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Drishti means 'vision'. One sentence: it turns a Snapdragon HP PC into an assistive device that continuously tells a blind user what is around them, how far away, and which way - at 30fps, on battery,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structural flaw in both existing options is the same: neither gives you continuous awareness while moving,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'why not cloud, why not CPU'. A cloud round trip is 2-3 seconds - the difference between hearing about a kerb before or after you step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and depth run every frame; OCR is user-triggered. Quality gate and narration policy run on CPU. No network call anywhere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one is the insight a sighted designer misses entirely, and it gets its own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accessibility argument in the submission. It is an insight, and it is already implemented and tested - 11 of the 37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bugs and their fixes are better evidence that testing is real than any coverage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here is not a compliance checklist on a finished UI - the audio channel IS the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honesty point: the numbers here are Qualcomm's published figures, and the whole Phase 1 exists to replace them with our own measurements on real silicon.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6C3483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FFB02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— BUILD &amp; PRESENT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17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visual assistant for blind and low-vision users — every model running on the Snapdragon Hexagon NPU.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internet. No cloud inference. No recurring cost.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Rachit   ·   Solo submission   ·   github.com/Rachit0910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population, served by the wrong tools.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200400" cy="3108960"/>
          </a:xfrm>
          <a:prstGeom prst="roundRect">
            <a:avLst>
              <a:gd name="adj" fmla="val 2647"/>
            </a:avLst>
          </a:prstGeom>
          <a:solidFill>
            <a:srgbClr val="F4ECF7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0392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6.11%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1089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prevalence of blindness among Indian adults aged 50 and over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1810512"/>
            <a:ext cx="420624" cy="42062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105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1945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canes and handheld OCR readers are expensive, single-purpose, and usually imported.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2889504"/>
            <a:ext cx="420624" cy="42062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895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phone apps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7355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photo, wait 2–3 seconds, hear a sentence. Fine for a tin in a kitchen. Useless on a street.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60520" y="396849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9684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35254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offers continuous, real-time awareness that keeps working with no signal.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212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Prevalence: systematic review and meta-analysis, National Medical Journal of India (n &gt; 211,000).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is the third option: continuous, real-time awareness that keeps working with no signal.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NEEDS THE NPU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design is one number.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 fps a frame must be handled in 33.3 ms. Detection and depth together cost 1.29 ms on the Hexagon NPU.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 ms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depth,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34840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30 fps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budget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left for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06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headroom is the product.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lets a duty-cycled OCR pass, depth calibration, a salience engine and speech synthesis all share one frame without ever dropping it — on battery, for a full day.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9893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Qualcomm AI Hub inference figures, Snapdragon X2 Elite (YOLOv8-Detection 0.67 ms, Midas-V2 0.62 ms, both w8a8).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AI Hub models, one always-on pipeline.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9326880" cy="4818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NOVEL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off-the-shelf models is the easy part.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383280" cy="3977640"/>
          </a:xfrm>
          <a:prstGeom prst="roundRect">
            <a:avLst>
              <a:gd name="adj" fmla="val 2432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depth is not distance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35808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Midas-V2 predicts relative inverse depth. Announcing it as metres would give confident, wrong distances. We fit the map to metric units every frame, using detected objects of known size as anchors — a person is a reliable 1.68 m ruler.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383280" cy="3977640"/>
          </a:xfrm>
          <a:prstGeom prst="roundRect">
            <a:avLst>
              <a:gd name="adj" fmla="val 2432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a serial channel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35808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every detection into a TTS engine and you get “chair chair person chair”. The policy scores hazard × proximity × centrality × confidence, lets imminent hazards interrupt, and stays silent when its budget is spent.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554480"/>
            <a:ext cx="3383280" cy="3977640"/>
          </a:xfrm>
          <a:prstGeom prst="roundRect">
            <a:avLst>
              <a:gd name="adj" fmla="val 2432"/>
            </a:avLst>
          </a:prstGeom>
          <a:solidFill>
            <a:srgbClr val="F4ECF7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ambiguous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035808"/>
            <a:ext cx="2834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corridor and a covered lens sound identical. A blind user cannot tell them apart — so degraded input is announced, not swallowed.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implemented and unit-tested today — they run on any machine, with no camera and no NPU.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 SIGHTED DESIGNER WOULD MISS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covered lens and an empty room sound the same.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Drishti's correct behaviour in an empty corridor is silence. Its behaviour with a thumb over the lens is also silence. A sighted user glances at the camera. The only user this product has cannot.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0424160" cy="621792"/>
          </a:xfrm>
          <a:prstGeom prst="roundRect">
            <a:avLst>
              <a:gd name="adj" fmla="val 13235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and featureless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3774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“Camera is covered.”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3774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move your hand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0424160" cy="621792"/>
          </a:xfrm>
          <a:prstGeom prst="roundRect">
            <a:avLst>
              <a:gd name="adj" fmla="val 13235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1363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but textured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1363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“Too dark to see.”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31363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turn on a light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895344"/>
            <a:ext cx="10424160" cy="621792"/>
          </a:xfrm>
          <a:prstGeom prst="roundRect">
            <a:avLst>
              <a:gd name="adj" fmla="val 13235"/>
            </a:avLst>
          </a:prstGeom>
          <a:solidFill>
            <a:srgbClr val="2A1B5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8953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sharp edges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89534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“Camera image is blurred.”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8953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hold steadier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654296"/>
            <a:ext cx="10424160" cy="621792"/>
          </a:xfrm>
          <a:prstGeom prst="roundRect">
            <a:avLst>
              <a:gd name="adj" fmla="val 13235"/>
            </a:avLst>
          </a:prstGeom>
          <a:solidFill>
            <a:srgbClr val="6C3483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65429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6542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“Camera clear.”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6542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silence is meaningful again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conditions, not one, because the remedy differs. Debounced so a single dropped frame never cries wolf.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plan. It runs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246120" cy="1874520"/>
          </a:xfrm>
          <a:prstGeom prst="roundRect">
            <a:avLst>
              <a:gd name="adj" fmla="val 4390"/>
            </a:avLst>
          </a:prstGeom>
          <a:solidFill>
            <a:srgbClr val="1A1035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passing, on any laptop — no camera, no NPU, no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572768"/>
            <a:ext cx="329184" cy="32918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1572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policy engine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1572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057400"/>
            <a:ext cx="329184" cy="32918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057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quality gate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0574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542032"/>
            <a:ext cx="329184" cy="32918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0624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depth calibration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25420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3026664"/>
            <a:ext cx="329184" cy="329184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062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81728" y="30266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— English + Hindi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30266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10972800" cy="1783080"/>
          </a:xfrm>
          <a:prstGeom prst="roundRect">
            <a:avLst>
              <a:gd name="adj" fmla="val 4615"/>
            </a:avLst>
          </a:prstGeom>
          <a:solidFill>
            <a:srgbClr val="F4ECF7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9136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defects the tests caught — and changed the design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279392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jitter across a band boundary re-announced the same obstacle several times a second.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mistaking a poster for a person shifted every announced distance by 73%.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and occlusion were being conflated — they need different tests and different advice.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and run all 37 in under a minute. Everything needing Snapdragon hardware is labelled as such.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ACCESSIBILITY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user who cannot see the screen.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7452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Audio-first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4414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login, no setup wizard. A flow that must be navigated visually is one this user cannot complete alone.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7452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92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their language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4414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Hindi ship today. No user-facing string lives in the logic — adding a language is a data change plus a system voice.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93192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50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channel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4988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Windows users already run NVDA or JAWS. Short utterances, salience gating, instant yield on Escape.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BFAFC"/>
          </a:solidFill>
          <a:ln w="12700">
            <a:solidFill>
              <a:srgbClr val="E5E1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3931920"/>
            <a:ext cx="457200" cy="4572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⊞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950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scale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44988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signed installer across Snapdragon HP models — practical for a school for the blind or an NGO.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follows from a single fact: the user cannot see the screen.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840480"/>
            <a:ext cx="4206240" cy="4206240"/>
          </a:xfrm>
          <a:prstGeom prst="ellipse">
            <a:avLst/>
          </a:prstGeom>
          <a:solidFill>
            <a:srgbClr val="6C3483">
              <a:alpha val="3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0350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published figures to measured ones.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quantize and profile all three models on real Snapdragon silicon through AI Hub device provisioning — no hardware needed to get true numbers.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414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full loop on a Snapdragon HP PC; finish the OCR decode; confirm the context cache removes the cold start.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benchmarks with a CPU baseline; sustained thermal and power run for the all-day battery claim.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438912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6168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B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with blind and low-vision participants; native review of the Hindi phrasing; NVDA coexistence check.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6235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figure in this deck gets replaced by a measured one.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- On-Device Visual Assistant</dc:title>
  <dc:subject>PptxGenJS Presentation</dc:subject>
  <dc:creator>Rachit</dc:creator>
  <cp:lastModifiedBy>Rachit</cp:lastModifiedBy>
  <cp:revision>1</cp:revision>
  <dcterms:created xsi:type="dcterms:W3CDTF">2026-09-13T09:44:06Z</dcterms:created>
  <dcterms:modified xsi:type="dcterms:W3CDTF">2026-09-13T09:44:06Z</dcterms:modified>
</cp:coreProperties>
</file>